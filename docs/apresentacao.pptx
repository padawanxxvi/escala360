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Escala360 — Sistema de Gestão de Escalas e Painel BI Interativo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Autor: Anderson de Matos Guimarães</a:t>
            </a:r>
          </a:p>
          <a:p>
            <a:r>
              <a:t>Disciplina: Visualização de Dados / Engenharia de Software</a:t>
            </a:r>
          </a:p>
          <a:p>
            <a:r>
              <a:t>Instituição: Faculdade de Tecnologia e Inovação Senac-DF</a:t>
            </a:r>
          </a:p>
          <a:p>
            <a:r>
              <a:t>Data: Novembro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Desafio enfrentado por equipes administrativas com controle manual de escalas.</a:t>
            </a:r>
            <a:br/>
            <a:br/>
            <a:r>
              <a:t>Problemas: atrasos, sobrecarga, falta de transparência.</a:t>
            </a:r>
            <a:br/>
            <a:br/>
            <a:r>
              <a:t>O Escala360 automatiza a gestão e fornece insights visuais em tempo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Objetivo Geral:</a:t>
            </a:r>
            <a:br/>
            <a:r>
              <a:t>Desenvolver um sistema web integrado para gerenciar plantões e substituições com painel BI dinâmico.</a:t>
            </a:r>
            <a:br/>
            <a:br/>
            <a:r>
              <a:t>Objetivos Específicos:</a:t>
            </a:r>
            <a:br/>
            <a:r>
              <a:t>- Cadastrar profissionais e plantões;</a:t>
            </a:r>
            <a:br/>
            <a:r>
              <a:t>- Automatizar a sugestão de substitutos;</a:t>
            </a:r>
            <a:br/>
            <a:r>
              <a:t>- Exibir métricas gerenciais via BI;</a:t>
            </a:r>
            <a:br/>
            <a:r>
              <a:t>- Garantir responsividade e usabilidade.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Backend: Flask (Python 3.11)</a:t>
            </a:r>
            <a:br/>
            <a:r>
              <a:t>Banco: PostgreSQL 15</a:t>
            </a:r>
            <a:br/>
            <a:r>
              <a:t>ORM: SQLAlchemy + Flask-Migrate</a:t>
            </a:r>
            <a:br/>
            <a:r>
              <a:t>Frontend: HTML5, Bootstrap 5, Plotly.js</a:t>
            </a:r>
            <a:br/>
            <a:br/>
            <a:r>
              <a:t>Estrutura modular com Blueprints e templates semânticos.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Banco: escala360</a:t>
            </a:r>
            <a:br/>
            <a:r>
              <a:t>Tabelas: profissionais, plantoes, escalas, substituicoes, auditoria</a:t>
            </a:r>
            <a:br/>
            <a:br/>
            <a:r>
              <a:t>População automática via script iniciar_database.py.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Lógica de Substituições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Algoritmo de sugestão automática:</a:t>
            </a:r>
            <a:br/>
            <a:r>
              <a:t>- Mesmo cargo/função</a:t>
            </a:r>
            <a:br/>
            <a:r>
              <a:t>- Disponibilidade no horário</a:t>
            </a:r>
            <a:br/>
            <a:r>
              <a:t>- Menor carga de plantões</a:t>
            </a:r>
            <a:br/>
            <a:r>
              <a:t>- Status ativo</a:t>
            </a:r>
            <a:br/>
            <a:br/>
            <a:r>
              <a:t>Documentado em docs/logica_substitutos.md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BPMN do Processo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Processo de substituição representado em docs/bpmn_alocacao_substituicao.drawio</a:t>
            </a:r>
            <a:br/>
            <a:br/>
            <a:r>
              <a:t>Fluxo horizontal: Profissional → Sistema → Supervisor → Auditoria/Notificação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Contrato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Endpoints documentados:</a:t>
            </a:r>
            <a:br/>
            <a:r>
              <a:t>- GET /api/substituicoes</a:t>
            </a:r>
            <a:br/>
            <a:r>
              <a:t>- POST /api/substituicoes</a:t>
            </a:r>
            <a:br/>
            <a:r>
              <a:t>- POST /api/notificacoes/email</a:t>
            </a:r>
            <a:br/>
            <a:r>
              <a:t>- POST /api/notificacoes/whatsapp</a:t>
            </a:r>
            <a:br/>
            <a:br/>
            <a:r>
              <a:t>Retornos em JSON e integração futura com app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Painel BI Interativo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Três gráficos principais:</a:t>
            </a:r>
            <a:br/>
            <a:r>
              <a:t>- Barras: Plantões por profissional</a:t>
            </a:r>
            <a:br/>
            <a:r>
              <a:t>- Pizza: Status das substituições</a:t>
            </a:r>
            <a:br/>
            <a:r>
              <a:t>- Linha: Plantões por dia</a:t>
            </a:r>
            <a:br/>
            <a:br/>
            <a:r>
              <a:t>Gerados via Plotly.js e atualizados automaticamente.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HTML Semântico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Estrutura acessível e responsiva com tags HTML5 e Bootstrap 5.</a:t>
            </a:r>
            <a:br/>
            <a:br/>
            <a:r>
              <a:t>Layout unificado (base.html) e CSS modular (style.css).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Consultas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Principais queries utilizadas para o painel BI:</a:t>
            </a:r>
            <a:br/>
            <a:br/>
            <a:r>
              <a:t>1. Profissionais com carga máxima</a:t>
            </a:r>
            <a:br/>
            <a:r>
              <a:t>2. Plantões vagos</a:t>
            </a:r>
            <a:br/>
            <a:r>
              <a:t>3. Substituições pendentes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Documentos do projeto:</a:t>
            </a:r>
            <a:br/>
            <a:r>
              <a:t>- requisitos.md</a:t>
            </a:r>
            <a:br/>
            <a:r>
              <a:t>- casos_de_uso.md</a:t>
            </a:r>
            <a:br/>
            <a:r>
              <a:t>- contrato_rest.md</a:t>
            </a:r>
            <a:br/>
            <a:r>
              <a:t>- logica_substitutos.md</a:t>
            </a:r>
            <a:br/>
            <a:r>
              <a:t>- bpmn_alocacao_substituicao.drawio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Sistema 100% funcional e modular.</a:t>
            </a:r>
            <a:br/>
            <a:r>
              <a:t>Painel BI dinâmico e integrado ao PostgreSQL.</a:t>
            </a:r>
            <a:br/>
            <a:r>
              <a:t>Estrutura escalável e documentada.</a:t>
            </a:r>
            <a:br/>
            <a:r>
              <a:t>Alinhado às boas práticas acadêmicas e profissionais.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Próximos passos:</a:t>
            </a:r>
            <a:br/>
            <a:r>
              <a:t>- Implementar autenticação (login/senha)</a:t>
            </a:r>
            <a:br/>
            <a:r>
              <a:t>- Permitir substituições via aplicativo mobile</a:t>
            </a:r>
            <a:br/>
            <a:r>
              <a:t>- Integração real com APIs de e-mail/WhatsApp</a:t>
            </a:r>
            <a:br/>
            <a:r>
              <a:t>- Exportação de relatórios em PDF e 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“Escala360: automação, inteligência e visualização em tempo real.”</a:t>
            </a:r>
            <a:br/>
            <a:br/>
            <a:r>
              <a:t>Contato: anderson.matos@exemplo.com</a:t>
            </a:r>
            <a:br/>
            <a:r>
              <a:t>GitHub: github.com/PadawanXXVI/escala360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